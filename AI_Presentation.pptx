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 (AI)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Domain Research | Use Cases | Careers | Reflection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Machines performing human‑like tasks</a:t>
            </a:r>
          </a:p>
          <a:p>
            <a:r>
              <a:t>- Uses data, algorithms, computation</a:t>
            </a:r>
          </a:p>
          <a:p>
            <a:r>
              <a:t>- Applications: vision, speech,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Machine Learning</a:t>
            </a:r>
          </a:p>
          <a:p>
            <a:r>
              <a:t>- Deep Learning</a:t>
            </a:r>
          </a:p>
          <a:p>
            <a:r>
              <a:t>- NLP</a:t>
            </a:r>
          </a:p>
          <a:p>
            <a:r>
              <a:t>- Computer Vision</a:t>
            </a:r>
          </a:p>
          <a:p>
            <a:r>
              <a:t>- Robotics</a:t>
            </a:r>
          </a:p>
          <a:p>
            <a:r>
              <a:t>- Generative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Indian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Aarogya Setu – AI risk analysis</a:t>
            </a:r>
          </a:p>
          <a:p>
            <a:r>
              <a:t>2. Agritech AI – Crop prediction &amp; disease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Tesla Autopilot – Self‑driving</a:t>
            </a:r>
          </a:p>
          <a:p>
            <a:r>
              <a:t>2. ChatGPT/Gemini – Conversational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Engineer</a:t>
            </a:r>
          </a:p>
          <a:p>
            <a:r>
              <a:t>- ML Engineer</a:t>
            </a:r>
          </a:p>
          <a:p>
            <a:r>
              <a:t>- Data Scientist</a:t>
            </a:r>
          </a:p>
          <a:p>
            <a:r>
              <a:t>- Required skills: Python, ML, DL, Cloud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matches my interests</a:t>
            </a:r>
          </a:p>
          <a:p>
            <a:r>
              <a:t>- Big impact in India &amp; globally</a:t>
            </a:r>
          </a:p>
          <a:p>
            <a:r>
              <a:t>- Current skills: Python</a:t>
            </a:r>
          </a:p>
          <a:p>
            <a:r>
              <a:t>- Goal: learn ML/DL frameworks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High‑growth field</a:t>
            </a:r>
          </a:p>
          <a:p>
            <a:r>
              <a:t>- Real‑world applications</a:t>
            </a:r>
          </a:p>
          <a:p>
            <a:r>
              <a:t>- Excellent career scope</a:t>
            </a:r>
          </a:p>
          <a:p>
            <a:r>
              <a:t>- Continuous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